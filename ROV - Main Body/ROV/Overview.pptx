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7" r:id="rId2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101" d="100"/>
          <a:sy n="101" d="100"/>
        </p:scale>
        <p:origin x="876" y="10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3AA03FE-6BFF-49F4-55CE-FFA11649774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GB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76100285-9D0C-5AF2-FAEB-D654353F5028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GB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E443440-BE79-B630-EC14-831A0F4E5C5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AD9D90A-14D3-43F8-97EC-1E884120E1CC}" type="datetimeFigureOut">
              <a:rPr lang="en-GB" smtClean="0"/>
              <a:t>08/10/2025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39BEF0E-9647-C93E-3BDA-5DE3754CB7F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4BF5FB9-2111-5457-E112-23606DE994A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F5A66B-CBAB-44FC-860D-AE7DED603C2A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47556749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1C615DF-F83C-74C7-A91E-53DE5102012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70478E9-1036-21EF-0F1D-866E52420E6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908E583-E56E-EA69-88E4-C1B00E77A0C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AD9D90A-14D3-43F8-97EC-1E884120E1CC}" type="datetimeFigureOut">
              <a:rPr lang="en-GB" smtClean="0"/>
              <a:t>08/10/2025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77975FB-48A8-2D1C-953A-B32C0D1264C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7BE3CEB-C73D-9064-A99C-99AF6128212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F5A66B-CBAB-44FC-860D-AE7DED603C2A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99775646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4BF42E1-9600-3165-6BDB-B1D3FADB3F1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GB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5D384E0-F959-5EE6-4035-02E02001654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F32AD23-6251-DD24-BAC5-8602077C48A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AD9D90A-14D3-43F8-97EC-1E884120E1CC}" type="datetimeFigureOut">
              <a:rPr lang="en-GB" smtClean="0"/>
              <a:t>08/10/2025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0B40144-FC55-B3F2-78E8-973E7DB9B48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20C23E3-44A4-9413-3E29-4F1F62FBD3F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F5A66B-CBAB-44FC-860D-AE7DED603C2A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19730176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76B3B51-D339-D86E-0E24-1430EF7F3A9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2B292EA-C9AD-4FAC-1115-2EA1EE7F3E12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C535846A-AF7C-548C-6E98-0844CCD5E90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79ED7E8-E47C-05E5-4619-BCC8A77F51D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AD9D90A-14D3-43F8-97EC-1E884120E1CC}" type="datetimeFigureOut">
              <a:rPr lang="en-GB" smtClean="0"/>
              <a:t>08/10/2025</a:t>
            </a:fld>
            <a:endParaRPr lang="en-GB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3D54514A-9F73-B063-C3BF-215B6E0EC99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543A5485-5CBE-C504-56EC-66714AE2353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F5A66B-CBAB-44FC-860D-AE7DED603C2A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76183606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4070738-B25F-E3D1-D6A4-91910B95759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GB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928F3D0-D3FC-CA5D-6669-2C1E8DB442F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49124DC6-6444-055B-C35D-E455DF6A001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DFD074F6-72A2-A7F7-8600-8EDA3F73775C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5B84BCAE-019E-F205-6E64-BE1FFC4B8FB2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FA10392D-5E2B-5542-970E-F42490FB2D1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AD9D90A-14D3-43F8-97EC-1E884120E1CC}" type="datetimeFigureOut">
              <a:rPr lang="en-GB" smtClean="0"/>
              <a:t>08/10/2025</a:t>
            </a:fld>
            <a:endParaRPr lang="en-GB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E77A3426-EFDD-A193-A8B2-629EFA12A30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14AD3F0E-7891-3056-CA17-CCBA2197C49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F5A66B-CBAB-44FC-860D-AE7DED603C2A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53256846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5216BA5-9A49-3FCB-1D6F-61324436B2D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F80DF935-11B1-6028-9915-CF72481B4C1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AD9D90A-14D3-43F8-97EC-1E884120E1CC}" type="datetimeFigureOut">
              <a:rPr lang="en-GB" smtClean="0"/>
              <a:t>08/10/2025</a:t>
            </a:fld>
            <a:endParaRPr lang="en-GB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57C58068-731C-7C28-FE67-4D83A408933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2EF91A21-2A02-3CD2-B9AC-8408F882F8C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F5A66B-CBAB-44FC-860D-AE7DED603C2A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99206505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516CB0AE-97CA-61CD-B22C-FBF043B736A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AD9D90A-14D3-43F8-97EC-1E884120E1CC}" type="datetimeFigureOut">
              <a:rPr lang="en-GB" smtClean="0"/>
              <a:t>08/10/2025</a:t>
            </a:fld>
            <a:endParaRPr lang="en-GB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23778681-CA42-597E-0945-8AB6DDFDEC8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F71F852-9802-0ADC-4CCB-3D311B508D5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F5A66B-CBAB-44FC-860D-AE7DED603C2A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0532823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40E72CB-BF1A-397B-1DA0-F7C3DCBCB23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GB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A32D6E9-5ECE-0B41-1909-9186618D44A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A47116E2-5B6F-A3B1-F71E-E62F2BB2A16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99FB999-7CFA-A623-6D70-6D9B003E0FF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AD9D90A-14D3-43F8-97EC-1E884120E1CC}" type="datetimeFigureOut">
              <a:rPr lang="en-GB" smtClean="0"/>
              <a:t>08/10/2025</a:t>
            </a:fld>
            <a:endParaRPr lang="en-GB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F46D5F0C-F88B-15FE-06D4-4F969D2F65E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FE545DC1-18C3-092A-3042-7D04F9B389E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F5A66B-CBAB-44FC-860D-AE7DED603C2A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13192883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474EFF4-DF0A-F69C-6BD8-3374ADCAAEC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GB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AF3AA60C-9A16-6CD1-8C2B-8064D5CEA99C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GB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1207E0EF-F341-9AA6-1826-1A373C55B6A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76EAEA32-C6F4-FB88-9600-34BFC56F05F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AD9D90A-14D3-43F8-97EC-1E884120E1CC}" type="datetimeFigureOut">
              <a:rPr lang="en-GB" smtClean="0"/>
              <a:t>08/10/2025</a:t>
            </a:fld>
            <a:endParaRPr lang="en-GB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B6C22A24-5A18-8E54-8152-3BD44F728AE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52AC8E0F-75E4-5EE7-BE7A-C1EED15BF5E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F5A66B-CBAB-44FC-860D-AE7DED603C2A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53831725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31DD859-F4CE-4AEB-8045-C862DE391A8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8F81968A-13C3-392A-B3EF-7E6694B12586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F35847F-8B0B-FC06-E749-13910E25BF5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AD9D90A-14D3-43F8-97EC-1E884120E1CC}" type="datetimeFigureOut">
              <a:rPr lang="en-GB" smtClean="0"/>
              <a:t>08/10/2025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5536A5F-9FA8-612E-A647-B4184ABD2C0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C90BB60-B42F-8E08-24EA-2ECA15152E6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F5A66B-CBAB-44FC-860D-AE7DED603C2A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62713778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446DA86E-00AE-396E-1EDB-2FAF627CBD19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GB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78EE95DC-E8E7-F3B4-D6A7-3F0ED7A82F0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96F21E2-25CE-3D02-CF6F-DBBDC6DBBC7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AD9D90A-14D3-43F8-97EC-1E884120E1CC}" type="datetimeFigureOut">
              <a:rPr lang="en-GB" smtClean="0"/>
              <a:t>08/10/2025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292038F-AA02-8FAF-E793-04C8D1EA08A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43B8C5D-EEC6-F23F-C8D1-AE928D97B50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F5A66B-CBAB-44FC-860D-AE7DED603C2A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45557090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73E6C078-160A-401D-D492-EA1438FA505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GB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D9A0D07-4376-E2E0-4087-0F67D24712D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8E04873-08C9-360A-81B2-E233ACAE20BD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DAD9D90A-14D3-43F8-97EC-1E884120E1CC}" type="datetimeFigureOut">
              <a:rPr lang="en-GB" smtClean="0"/>
              <a:t>08/10/2025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13652E9-0CEC-A3C3-399D-3A1FC634B141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D857ACB-0FCB-73F9-1A58-8862836D36B2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42F5A66B-CBAB-44FC-860D-AE7DED603C2A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90189856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: Rounded Corners 4">
            <a:extLst>
              <a:ext uri="{FF2B5EF4-FFF2-40B4-BE49-F238E27FC236}">
                <a16:creationId xmlns:a16="http://schemas.microsoft.com/office/drawing/2014/main" id="{CB0315CE-16E0-2D9E-05E0-5E89E198B280}"/>
              </a:ext>
            </a:extLst>
          </p:cNvPr>
          <p:cNvSpPr/>
          <p:nvPr/>
        </p:nvSpPr>
        <p:spPr>
          <a:xfrm>
            <a:off x="356659" y="495300"/>
            <a:ext cx="3467100" cy="5036137"/>
          </a:xfrm>
          <a:prstGeom prst="roundRect">
            <a:avLst/>
          </a:prstGeom>
          <a:noFill/>
        </p:spPr>
        <p:style>
          <a:lnRef idx="2">
            <a:schemeClr val="accent3">
              <a:shade val="15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sz="900"/>
          </a:p>
        </p:txBody>
      </p:sp>
      <p:sp>
        <p:nvSpPr>
          <p:cNvPr id="6" name="Rectangle: Rounded Corners 5">
            <a:extLst>
              <a:ext uri="{FF2B5EF4-FFF2-40B4-BE49-F238E27FC236}">
                <a16:creationId xmlns:a16="http://schemas.microsoft.com/office/drawing/2014/main" id="{97CA36E3-114D-6DAC-BD13-1DEFB5270B9A}"/>
              </a:ext>
            </a:extLst>
          </p:cNvPr>
          <p:cNvSpPr/>
          <p:nvPr/>
        </p:nvSpPr>
        <p:spPr>
          <a:xfrm>
            <a:off x="4362450" y="495300"/>
            <a:ext cx="3467100" cy="5036139"/>
          </a:xfrm>
          <a:prstGeom prst="roundRect">
            <a:avLst/>
          </a:prstGeom>
          <a:noFill/>
        </p:spPr>
        <p:style>
          <a:lnRef idx="2">
            <a:schemeClr val="accent5">
              <a:shade val="15000"/>
            </a:schemeClr>
          </a:lnRef>
          <a:fillRef idx="1">
            <a:schemeClr val="accent5"/>
          </a:fillRef>
          <a:effectRef idx="0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sz="900"/>
          </a:p>
        </p:txBody>
      </p:sp>
      <p:sp>
        <p:nvSpPr>
          <p:cNvPr id="7" name="Rectangle: Rounded Corners 6">
            <a:extLst>
              <a:ext uri="{FF2B5EF4-FFF2-40B4-BE49-F238E27FC236}">
                <a16:creationId xmlns:a16="http://schemas.microsoft.com/office/drawing/2014/main" id="{E5B87DD5-2A42-F420-2FDA-61D72062DF26}"/>
              </a:ext>
            </a:extLst>
          </p:cNvPr>
          <p:cNvSpPr/>
          <p:nvPr/>
        </p:nvSpPr>
        <p:spPr>
          <a:xfrm>
            <a:off x="8368241" y="495301"/>
            <a:ext cx="3467100" cy="5036138"/>
          </a:xfrm>
          <a:prstGeom prst="round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sz="900"/>
          </a:p>
        </p:txBody>
      </p:sp>
      <p:sp>
        <p:nvSpPr>
          <p:cNvPr id="8" name="Rectangle: Rounded Corners 7">
            <a:extLst>
              <a:ext uri="{FF2B5EF4-FFF2-40B4-BE49-F238E27FC236}">
                <a16:creationId xmlns:a16="http://schemas.microsoft.com/office/drawing/2014/main" id="{934D9FC8-43F8-8F7B-6A8E-E1CAB4EFF082}"/>
              </a:ext>
            </a:extLst>
          </p:cNvPr>
          <p:cNvSpPr/>
          <p:nvPr/>
        </p:nvSpPr>
        <p:spPr>
          <a:xfrm>
            <a:off x="658813" y="1326563"/>
            <a:ext cx="1129241" cy="609600"/>
          </a:xfrm>
          <a:prstGeom prst="round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GB" sz="900" dirty="0"/>
              <a:t>Topside Laptop (web browser)</a:t>
            </a:r>
          </a:p>
        </p:txBody>
      </p:sp>
      <p:sp>
        <p:nvSpPr>
          <p:cNvPr id="9" name="Rectangle: Rounded Corners 8">
            <a:extLst>
              <a:ext uri="{FF2B5EF4-FFF2-40B4-BE49-F238E27FC236}">
                <a16:creationId xmlns:a16="http://schemas.microsoft.com/office/drawing/2014/main" id="{ADBBD7F1-7EB8-1858-5A98-15A1C1748E9F}"/>
              </a:ext>
            </a:extLst>
          </p:cNvPr>
          <p:cNvSpPr/>
          <p:nvPr/>
        </p:nvSpPr>
        <p:spPr>
          <a:xfrm>
            <a:off x="3521603" y="3021185"/>
            <a:ext cx="1129241" cy="609600"/>
          </a:xfrm>
          <a:prstGeom prst="round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GB" sz="900" dirty="0"/>
              <a:t>Umbilical Cable</a:t>
            </a:r>
          </a:p>
        </p:txBody>
      </p:sp>
      <p:sp>
        <p:nvSpPr>
          <p:cNvPr id="11" name="Rectangle: Rounded Corners 10">
            <a:extLst>
              <a:ext uri="{FF2B5EF4-FFF2-40B4-BE49-F238E27FC236}">
                <a16:creationId xmlns:a16="http://schemas.microsoft.com/office/drawing/2014/main" id="{B42C098B-0997-E079-E2E6-CF18D8497BB2}"/>
              </a:ext>
            </a:extLst>
          </p:cNvPr>
          <p:cNvSpPr/>
          <p:nvPr/>
        </p:nvSpPr>
        <p:spPr>
          <a:xfrm>
            <a:off x="2090209" y="2173874"/>
            <a:ext cx="1129241" cy="609600"/>
          </a:xfrm>
          <a:prstGeom prst="round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GB" sz="900" dirty="0"/>
              <a:t>Ethernet Switch</a:t>
            </a:r>
          </a:p>
        </p:txBody>
      </p:sp>
      <p:sp>
        <p:nvSpPr>
          <p:cNvPr id="12" name="Rectangle: Rounded Corners 11">
            <a:extLst>
              <a:ext uri="{FF2B5EF4-FFF2-40B4-BE49-F238E27FC236}">
                <a16:creationId xmlns:a16="http://schemas.microsoft.com/office/drawing/2014/main" id="{58170D45-780F-A4AE-3FC4-0B0259358816}"/>
              </a:ext>
            </a:extLst>
          </p:cNvPr>
          <p:cNvSpPr/>
          <p:nvPr/>
        </p:nvSpPr>
        <p:spPr>
          <a:xfrm>
            <a:off x="658813" y="2173874"/>
            <a:ext cx="1129241" cy="609600"/>
          </a:xfrm>
          <a:prstGeom prst="round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GB" sz="900" dirty="0"/>
              <a:t>HID</a:t>
            </a:r>
            <a:br>
              <a:rPr lang="en-GB" sz="900" dirty="0"/>
            </a:br>
            <a:r>
              <a:rPr lang="en-GB" sz="900" dirty="0"/>
              <a:t>(Human Interface Device)</a:t>
            </a:r>
          </a:p>
        </p:txBody>
      </p:sp>
      <p:sp>
        <p:nvSpPr>
          <p:cNvPr id="13" name="Rectangle: Rounded Corners 12">
            <a:extLst>
              <a:ext uri="{FF2B5EF4-FFF2-40B4-BE49-F238E27FC236}">
                <a16:creationId xmlns:a16="http://schemas.microsoft.com/office/drawing/2014/main" id="{9738A4C5-A9FA-F0C8-5A7D-E5547FB37CA9}"/>
              </a:ext>
            </a:extLst>
          </p:cNvPr>
          <p:cNvSpPr/>
          <p:nvPr/>
        </p:nvSpPr>
        <p:spPr>
          <a:xfrm>
            <a:off x="658813" y="3021185"/>
            <a:ext cx="1129241" cy="609600"/>
          </a:xfrm>
          <a:prstGeom prst="round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GB" sz="900" dirty="0"/>
              <a:t>Power Management</a:t>
            </a:r>
          </a:p>
        </p:txBody>
      </p:sp>
      <p:sp>
        <p:nvSpPr>
          <p:cNvPr id="2" name="Rectangle: Rounded Corners 1">
            <a:extLst>
              <a:ext uri="{FF2B5EF4-FFF2-40B4-BE49-F238E27FC236}">
                <a16:creationId xmlns:a16="http://schemas.microsoft.com/office/drawing/2014/main" id="{E6C43E37-E5AC-8FD9-E2C0-36A37E24CD52}"/>
              </a:ext>
            </a:extLst>
          </p:cNvPr>
          <p:cNvSpPr/>
          <p:nvPr/>
        </p:nvSpPr>
        <p:spPr>
          <a:xfrm>
            <a:off x="658812" y="3868496"/>
            <a:ext cx="1129241" cy="609600"/>
          </a:xfrm>
          <a:prstGeom prst="round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GB" sz="900" dirty="0"/>
              <a:t>Batteries or PSU</a:t>
            </a:r>
          </a:p>
        </p:txBody>
      </p:sp>
      <p:sp>
        <p:nvSpPr>
          <p:cNvPr id="3" name="Rectangle: Rounded Corners 2">
            <a:extLst>
              <a:ext uri="{FF2B5EF4-FFF2-40B4-BE49-F238E27FC236}">
                <a16:creationId xmlns:a16="http://schemas.microsoft.com/office/drawing/2014/main" id="{5F31EFF3-79F9-FC3C-ACB4-750C629A0402}"/>
              </a:ext>
            </a:extLst>
          </p:cNvPr>
          <p:cNvSpPr/>
          <p:nvPr/>
        </p:nvSpPr>
        <p:spPr>
          <a:xfrm>
            <a:off x="2090208" y="3021185"/>
            <a:ext cx="1129241" cy="609600"/>
          </a:xfrm>
          <a:prstGeom prst="round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GB" sz="900" dirty="0"/>
              <a:t>Top Board</a:t>
            </a:r>
          </a:p>
        </p:txBody>
      </p:sp>
      <p:cxnSp>
        <p:nvCxnSpPr>
          <p:cNvPr id="10" name="Straight Arrow Connector 9">
            <a:extLst>
              <a:ext uri="{FF2B5EF4-FFF2-40B4-BE49-F238E27FC236}">
                <a16:creationId xmlns:a16="http://schemas.microsoft.com/office/drawing/2014/main" id="{92102E82-36F7-05D3-6723-63CF4B8AC0FB}"/>
              </a:ext>
            </a:extLst>
          </p:cNvPr>
          <p:cNvCxnSpPr>
            <a:cxnSpLocks/>
          </p:cNvCxnSpPr>
          <p:nvPr/>
        </p:nvCxnSpPr>
        <p:spPr>
          <a:xfrm>
            <a:off x="1788054" y="3318220"/>
            <a:ext cx="302154" cy="0"/>
          </a:xfrm>
          <a:prstGeom prst="straightConnector1">
            <a:avLst/>
          </a:prstGeom>
          <a:ln w="19050" cap="flat" cmpd="sng" algn="ctr">
            <a:solidFill>
              <a:schemeClr val="accent5"/>
            </a:solidFill>
            <a:prstDash val="solid"/>
            <a:round/>
            <a:headEnd type="none" w="med" len="med"/>
            <a:tailEnd type="arrow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cxnSp>
        <p:nvCxnSpPr>
          <p:cNvPr id="15" name="Straight Arrow Connector 14">
            <a:extLst>
              <a:ext uri="{FF2B5EF4-FFF2-40B4-BE49-F238E27FC236}">
                <a16:creationId xmlns:a16="http://schemas.microsoft.com/office/drawing/2014/main" id="{9DBAEF6A-F96B-624F-A2E1-31ECC71862C8}"/>
              </a:ext>
            </a:extLst>
          </p:cNvPr>
          <p:cNvCxnSpPr>
            <a:endCxn id="11" idx="1"/>
          </p:cNvCxnSpPr>
          <p:nvPr/>
        </p:nvCxnSpPr>
        <p:spPr>
          <a:xfrm>
            <a:off x="1788053" y="2478674"/>
            <a:ext cx="302156" cy="0"/>
          </a:xfrm>
          <a:prstGeom prst="straightConnector1">
            <a:avLst/>
          </a:prstGeom>
          <a:ln w="19050" cap="flat" cmpd="sng" algn="ctr">
            <a:solidFill>
              <a:schemeClr val="accent2"/>
            </a:solidFill>
            <a:prstDash val="solid"/>
            <a:round/>
            <a:headEnd type="arrow" w="med" len="med"/>
            <a:tailEnd type="arrow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cxnSp>
        <p:nvCxnSpPr>
          <p:cNvPr id="19" name="Straight Arrow Connector 18">
            <a:extLst>
              <a:ext uri="{FF2B5EF4-FFF2-40B4-BE49-F238E27FC236}">
                <a16:creationId xmlns:a16="http://schemas.microsoft.com/office/drawing/2014/main" id="{51C9767B-FFB1-3D06-FAFE-747ABDE57A04}"/>
              </a:ext>
            </a:extLst>
          </p:cNvPr>
          <p:cNvCxnSpPr>
            <a:stCxn id="8" idx="3"/>
            <a:endCxn id="11" idx="0"/>
          </p:cNvCxnSpPr>
          <p:nvPr/>
        </p:nvCxnSpPr>
        <p:spPr>
          <a:xfrm>
            <a:off x="1788054" y="1631363"/>
            <a:ext cx="866776" cy="542511"/>
          </a:xfrm>
          <a:prstGeom prst="bentConnector2">
            <a:avLst/>
          </a:prstGeom>
          <a:ln w="19050" cap="flat" cmpd="sng" algn="ctr">
            <a:solidFill>
              <a:schemeClr val="accent2"/>
            </a:solidFill>
            <a:prstDash val="solid"/>
            <a:round/>
            <a:headEnd type="arrow" w="med" len="med"/>
            <a:tailEnd type="arrow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cxnSp>
        <p:nvCxnSpPr>
          <p:cNvPr id="21" name="Straight Arrow Connector 20">
            <a:extLst>
              <a:ext uri="{FF2B5EF4-FFF2-40B4-BE49-F238E27FC236}">
                <a16:creationId xmlns:a16="http://schemas.microsoft.com/office/drawing/2014/main" id="{807B52EB-C93C-3079-E2D7-A2717EE69817}"/>
              </a:ext>
            </a:extLst>
          </p:cNvPr>
          <p:cNvCxnSpPr>
            <a:stCxn id="2" idx="0"/>
            <a:endCxn id="13" idx="2"/>
          </p:cNvCxnSpPr>
          <p:nvPr/>
        </p:nvCxnSpPr>
        <p:spPr>
          <a:xfrm flipV="1">
            <a:off x="1223433" y="3630785"/>
            <a:ext cx="1" cy="237711"/>
          </a:xfrm>
          <a:prstGeom prst="straightConnector1">
            <a:avLst/>
          </a:prstGeom>
          <a:ln w="19050" cap="flat" cmpd="sng" algn="ctr">
            <a:solidFill>
              <a:schemeClr val="accent5"/>
            </a:solidFill>
            <a:prstDash val="solid"/>
            <a:round/>
            <a:headEnd type="none" w="med" len="med"/>
            <a:tailEnd type="arrow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cxnSp>
        <p:nvCxnSpPr>
          <p:cNvPr id="23" name="Straight Arrow Connector 22">
            <a:extLst>
              <a:ext uri="{FF2B5EF4-FFF2-40B4-BE49-F238E27FC236}">
                <a16:creationId xmlns:a16="http://schemas.microsoft.com/office/drawing/2014/main" id="{92A67501-28FC-3780-6C37-C471B3137BF0}"/>
              </a:ext>
            </a:extLst>
          </p:cNvPr>
          <p:cNvCxnSpPr>
            <a:stCxn id="11" idx="2"/>
            <a:endCxn id="3" idx="0"/>
          </p:cNvCxnSpPr>
          <p:nvPr/>
        </p:nvCxnSpPr>
        <p:spPr>
          <a:xfrm flipH="1">
            <a:off x="2654829" y="2783474"/>
            <a:ext cx="1" cy="237711"/>
          </a:xfrm>
          <a:prstGeom prst="straightConnector1">
            <a:avLst/>
          </a:prstGeom>
          <a:ln w="19050" cap="flat" cmpd="sng" algn="ctr">
            <a:solidFill>
              <a:schemeClr val="accent2"/>
            </a:solidFill>
            <a:prstDash val="solid"/>
            <a:round/>
            <a:headEnd type="arrow" w="med" len="med"/>
            <a:tailEnd type="arrow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cxnSp>
        <p:nvCxnSpPr>
          <p:cNvPr id="25" name="Straight Arrow Connector 24">
            <a:extLst>
              <a:ext uri="{FF2B5EF4-FFF2-40B4-BE49-F238E27FC236}">
                <a16:creationId xmlns:a16="http://schemas.microsoft.com/office/drawing/2014/main" id="{EB21E157-0808-598C-39D9-A287475F9ED0}"/>
              </a:ext>
            </a:extLst>
          </p:cNvPr>
          <p:cNvCxnSpPr>
            <a:stCxn id="3" idx="3"/>
            <a:endCxn id="9" idx="1"/>
          </p:cNvCxnSpPr>
          <p:nvPr/>
        </p:nvCxnSpPr>
        <p:spPr>
          <a:xfrm>
            <a:off x="3219449" y="3325985"/>
            <a:ext cx="302154" cy="0"/>
          </a:xfrm>
          <a:prstGeom prst="straightConnector1">
            <a:avLst/>
          </a:prstGeom>
          <a:ln w="19050" cap="flat" cmpd="sng" algn="ctr">
            <a:solidFill>
              <a:schemeClr val="accent4"/>
            </a:solidFill>
            <a:prstDash val="solid"/>
            <a:round/>
            <a:headEnd type="arrow" w="med" len="med"/>
            <a:tailEnd type="arrow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sp>
        <p:nvSpPr>
          <p:cNvPr id="26" name="Rectangle: Rounded Corners 25">
            <a:extLst>
              <a:ext uri="{FF2B5EF4-FFF2-40B4-BE49-F238E27FC236}">
                <a16:creationId xmlns:a16="http://schemas.microsoft.com/office/drawing/2014/main" id="{9F34E3F2-32D2-4B9A-DCBC-F923D7760289}"/>
              </a:ext>
            </a:extLst>
          </p:cNvPr>
          <p:cNvSpPr/>
          <p:nvPr/>
        </p:nvSpPr>
        <p:spPr>
          <a:xfrm>
            <a:off x="4952998" y="3027707"/>
            <a:ext cx="1129241" cy="609600"/>
          </a:xfrm>
          <a:prstGeom prst="round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GB" sz="900" dirty="0"/>
              <a:t>Bottom Board</a:t>
            </a:r>
          </a:p>
        </p:txBody>
      </p:sp>
      <p:cxnSp>
        <p:nvCxnSpPr>
          <p:cNvPr id="29" name="Straight Arrow Connector 28">
            <a:extLst>
              <a:ext uri="{FF2B5EF4-FFF2-40B4-BE49-F238E27FC236}">
                <a16:creationId xmlns:a16="http://schemas.microsoft.com/office/drawing/2014/main" id="{A0CFEF96-2070-618C-AB39-81A2E7F3F6E0}"/>
              </a:ext>
            </a:extLst>
          </p:cNvPr>
          <p:cNvCxnSpPr>
            <a:stCxn id="26" idx="1"/>
            <a:endCxn id="9" idx="3"/>
          </p:cNvCxnSpPr>
          <p:nvPr/>
        </p:nvCxnSpPr>
        <p:spPr>
          <a:xfrm flipH="1" flipV="1">
            <a:off x="4650844" y="3325985"/>
            <a:ext cx="302154" cy="6522"/>
          </a:xfrm>
          <a:prstGeom prst="straightConnector1">
            <a:avLst/>
          </a:prstGeom>
          <a:ln w="19050" cap="flat" cmpd="sng" algn="ctr">
            <a:solidFill>
              <a:schemeClr val="accent4"/>
            </a:solidFill>
            <a:prstDash val="solid"/>
            <a:round/>
            <a:headEnd type="arrow" w="med" len="med"/>
            <a:tailEnd type="arrow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sp>
        <p:nvSpPr>
          <p:cNvPr id="30" name="Rectangle: Rounded Corners 29">
            <a:extLst>
              <a:ext uri="{FF2B5EF4-FFF2-40B4-BE49-F238E27FC236}">
                <a16:creationId xmlns:a16="http://schemas.microsoft.com/office/drawing/2014/main" id="{3D3B4A16-D84F-6CB6-027B-D7832527D805}"/>
              </a:ext>
            </a:extLst>
          </p:cNvPr>
          <p:cNvSpPr/>
          <p:nvPr/>
        </p:nvSpPr>
        <p:spPr>
          <a:xfrm>
            <a:off x="4952996" y="3881540"/>
            <a:ext cx="1129241" cy="609600"/>
          </a:xfrm>
          <a:prstGeom prst="round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GB" sz="900" dirty="0"/>
              <a:t>Power Management</a:t>
            </a:r>
          </a:p>
        </p:txBody>
      </p:sp>
      <p:sp>
        <p:nvSpPr>
          <p:cNvPr id="4" name="Rectangle: Rounded Corners 3">
            <a:extLst>
              <a:ext uri="{FF2B5EF4-FFF2-40B4-BE49-F238E27FC236}">
                <a16:creationId xmlns:a16="http://schemas.microsoft.com/office/drawing/2014/main" id="{857A55AB-3255-F2C7-1358-17312AA208FA}"/>
              </a:ext>
            </a:extLst>
          </p:cNvPr>
          <p:cNvSpPr/>
          <p:nvPr/>
        </p:nvSpPr>
        <p:spPr>
          <a:xfrm>
            <a:off x="4966758" y="4739156"/>
            <a:ext cx="1129241" cy="609600"/>
          </a:xfrm>
          <a:prstGeom prst="round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GB" sz="900" dirty="0"/>
              <a:t>Batteries</a:t>
            </a:r>
          </a:p>
        </p:txBody>
      </p:sp>
      <p:cxnSp>
        <p:nvCxnSpPr>
          <p:cNvPr id="18" name="Straight Arrow Connector 17">
            <a:extLst>
              <a:ext uri="{FF2B5EF4-FFF2-40B4-BE49-F238E27FC236}">
                <a16:creationId xmlns:a16="http://schemas.microsoft.com/office/drawing/2014/main" id="{8FC4207F-81CD-3B15-DF0E-0AF3F2FD45E2}"/>
              </a:ext>
            </a:extLst>
          </p:cNvPr>
          <p:cNvCxnSpPr>
            <a:cxnSpLocks/>
            <a:stCxn id="30" idx="0"/>
            <a:endCxn id="26" idx="2"/>
          </p:cNvCxnSpPr>
          <p:nvPr/>
        </p:nvCxnSpPr>
        <p:spPr>
          <a:xfrm flipV="1">
            <a:off x="5517617" y="3637307"/>
            <a:ext cx="2" cy="244233"/>
          </a:xfrm>
          <a:prstGeom prst="straightConnector1">
            <a:avLst/>
          </a:prstGeom>
          <a:ln w="19050" cap="flat" cmpd="sng" algn="ctr">
            <a:solidFill>
              <a:schemeClr val="accent5"/>
            </a:solidFill>
            <a:prstDash val="solid"/>
            <a:round/>
            <a:headEnd type="arrow" w="med" len="med"/>
            <a:tailEnd type="arrow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cxnSp>
        <p:nvCxnSpPr>
          <p:cNvPr id="24" name="Straight Arrow Connector 23">
            <a:extLst>
              <a:ext uri="{FF2B5EF4-FFF2-40B4-BE49-F238E27FC236}">
                <a16:creationId xmlns:a16="http://schemas.microsoft.com/office/drawing/2014/main" id="{F9F02533-F87A-1FB6-1BF4-C805825FA1FB}"/>
              </a:ext>
            </a:extLst>
          </p:cNvPr>
          <p:cNvCxnSpPr>
            <a:cxnSpLocks/>
            <a:stCxn id="4" idx="0"/>
            <a:endCxn id="30" idx="2"/>
          </p:cNvCxnSpPr>
          <p:nvPr/>
        </p:nvCxnSpPr>
        <p:spPr>
          <a:xfrm flipH="1" flipV="1">
            <a:off x="5517617" y="4491140"/>
            <a:ext cx="13762" cy="248016"/>
          </a:xfrm>
          <a:prstGeom prst="straightConnector1">
            <a:avLst/>
          </a:prstGeom>
          <a:ln w="19050" cap="flat" cmpd="sng" algn="ctr">
            <a:solidFill>
              <a:schemeClr val="accent5"/>
            </a:solidFill>
            <a:prstDash val="solid"/>
            <a:round/>
            <a:headEnd type="arrow" w="med" len="med"/>
            <a:tailEnd type="arrow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sp>
        <p:nvSpPr>
          <p:cNvPr id="32" name="Rectangle: Rounded Corners 31">
            <a:extLst>
              <a:ext uri="{FF2B5EF4-FFF2-40B4-BE49-F238E27FC236}">
                <a16:creationId xmlns:a16="http://schemas.microsoft.com/office/drawing/2014/main" id="{4F9EB8F6-4BB5-9DC7-27E7-FD2EDED050BC}"/>
              </a:ext>
            </a:extLst>
          </p:cNvPr>
          <p:cNvSpPr/>
          <p:nvPr/>
        </p:nvSpPr>
        <p:spPr>
          <a:xfrm>
            <a:off x="4952997" y="2173874"/>
            <a:ext cx="1129241" cy="609600"/>
          </a:xfrm>
          <a:prstGeom prst="round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GB" sz="900" dirty="0"/>
              <a:t>SBC</a:t>
            </a:r>
          </a:p>
          <a:p>
            <a:pPr algn="ctr"/>
            <a:r>
              <a:rPr lang="en-GB" sz="900" dirty="0"/>
              <a:t>(Raspberry Pi)</a:t>
            </a:r>
          </a:p>
        </p:txBody>
      </p:sp>
      <p:cxnSp>
        <p:nvCxnSpPr>
          <p:cNvPr id="36" name="Straight Arrow Connector 35">
            <a:extLst>
              <a:ext uri="{FF2B5EF4-FFF2-40B4-BE49-F238E27FC236}">
                <a16:creationId xmlns:a16="http://schemas.microsoft.com/office/drawing/2014/main" id="{A477707B-DF82-A07A-29D5-F9FB8597D4DE}"/>
              </a:ext>
            </a:extLst>
          </p:cNvPr>
          <p:cNvCxnSpPr>
            <a:cxnSpLocks/>
            <a:stCxn id="32" idx="2"/>
            <a:endCxn id="26" idx="0"/>
          </p:cNvCxnSpPr>
          <p:nvPr/>
        </p:nvCxnSpPr>
        <p:spPr>
          <a:xfrm>
            <a:off x="5517618" y="2783474"/>
            <a:ext cx="1" cy="244233"/>
          </a:xfrm>
          <a:prstGeom prst="straightConnector1">
            <a:avLst/>
          </a:prstGeom>
          <a:ln w="19050" cap="flat" cmpd="sng" algn="ctr">
            <a:solidFill>
              <a:schemeClr val="accent2"/>
            </a:solidFill>
            <a:prstDash val="solid"/>
            <a:round/>
            <a:headEnd type="arrow" w="med" len="med"/>
            <a:tailEnd type="arrow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sp>
        <p:nvSpPr>
          <p:cNvPr id="39" name="Rectangle: Rounded Corners 38">
            <a:extLst>
              <a:ext uri="{FF2B5EF4-FFF2-40B4-BE49-F238E27FC236}">
                <a16:creationId xmlns:a16="http://schemas.microsoft.com/office/drawing/2014/main" id="{CD7E9DD5-3F4A-660E-2D1C-2B86E51CFB8C}"/>
              </a:ext>
            </a:extLst>
          </p:cNvPr>
          <p:cNvSpPr/>
          <p:nvPr/>
        </p:nvSpPr>
        <p:spPr>
          <a:xfrm>
            <a:off x="2090206" y="3881540"/>
            <a:ext cx="1129241" cy="609600"/>
          </a:xfrm>
          <a:prstGeom prst="round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GB" sz="900" dirty="0"/>
              <a:t>Tether Management (Reel)</a:t>
            </a:r>
          </a:p>
        </p:txBody>
      </p:sp>
      <p:cxnSp>
        <p:nvCxnSpPr>
          <p:cNvPr id="40" name="Straight Arrow Connector 18">
            <a:extLst>
              <a:ext uri="{FF2B5EF4-FFF2-40B4-BE49-F238E27FC236}">
                <a16:creationId xmlns:a16="http://schemas.microsoft.com/office/drawing/2014/main" id="{AD5D5155-295E-CDDD-5597-CF1CA6A18EB2}"/>
              </a:ext>
            </a:extLst>
          </p:cNvPr>
          <p:cNvCxnSpPr>
            <a:cxnSpLocks/>
            <a:stCxn id="39" idx="0"/>
            <a:endCxn id="9" idx="2"/>
          </p:cNvCxnSpPr>
          <p:nvPr/>
        </p:nvCxnSpPr>
        <p:spPr>
          <a:xfrm rot="5400000" flipH="1" flipV="1">
            <a:off x="3245148" y="3040465"/>
            <a:ext cx="250755" cy="1431397"/>
          </a:xfrm>
          <a:prstGeom prst="bentConnector3">
            <a:avLst>
              <a:gd name="adj1" fmla="val 50000"/>
            </a:avLst>
          </a:prstGeom>
          <a:ln w="19050" cap="flat" cmpd="sng" algn="ctr">
            <a:solidFill>
              <a:schemeClr val="dk1"/>
            </a:solidFill>
            <a:prstDash val="dash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sp>
        <p:nvSpPr>
          <p:cNvPr id="45" name="Rectangle: Rounded Corners 44">
            <a:extLst>
              <a:ext uri="{FF2B5EF4-FFF2-40B4-BE49-F238E27FC236}">
                <a16:creationId xmlns:a16="http://schemas.microsoft.com/office/drawing/2014/main" id="{4DBB4947-6AED-C04D-A3C5-B147EA61C1EF}"/>
              </a:ext>
            </a:extLst>
          </p:cNvPr>
          <p:cNvSpPr/>
          <p:nvPr/>
        </p:nvSpPr>
        <p:spPr>
          <a:xfrm>
            <a:off x="4952995" y="1316258"/>
            <a:ext cx="1129241" cy="609600"/>
          </a:xfrm>
          <a:prstGeom prst="round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GB" sz="900" dirty="0"/>
              <a:t>Cameras</a:t>
            </a:r>
          </a:p>
        </p:txBody>
      </p:sp>
      <p:cxnSp>
        <p:nvCxnSpPr>
          <p:cNvPr id="46" name="Straight Arrow Connector 45">
            <a:extLst>
              <a:ext uri="{FF2B5EF4-FFF2-40B4-BE49-F238E27FC236}">
                <a16:creationId xmlns:a16="http://schemas.microsoft.com/office/drawing/2014/main" id="{FBC66803-AFBB-BCF1-2B22-47F4ABF60DC9}"/>
              </a:ext>
            </a:extLst>
          </p:cNvPr>
          <p:cNvCxnSpPr>
            <a:cxnSpLocks/>
            <a:stCxn id="45" idx="2"/>
            <a:endCxn id="32" idx="0"/>
          </p:cNvCxnSpPr>
          <p:nvPr/>
        </p:nvCxnSpPr>
        <p:spPr>
          <a:xfrm>
            <a:off x="5517616" y="1925858"/>
            <a:ext cx="2" cy="248016"/>
          </a:xfrm>
          <a:prstGeom prst="straightConnector1">
            <a:avLst/>
          </a:prstGeom>
          <a:ln w="19050" cap="flat" cmpd="sng" algn="ctr">
            <a:solidFill>
              <a:schemeClr val="accent2"/>
            </a:solidFill>
            <a:prstDash val="solid"/>
            <a:round/>
            <a:headEnd type="arrow" w="med" len="med"/>
            <a:tailEnd type="arrow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sp>
        <p:nvSpPr>
          <p:cNvPr id="49" name="Rectangle: Rounded Corners 48">
            <a:extLst>
              <a:ext uri="{FF2B5EF4-FFF2-40B4-BE49-F238E27FC236}">
                <a16:creationId xmlns:a16="http://schemas.microsoft.com/office/drawing/2014/main" id="{57000AB9-474E-F715-5081-8E03B42610BD}"/>
              </a:ext>
            </a:extLst>
          </p:cNvPr>
          <p:cNvSpPr/>
          <p:nvPr/>
        </p:nvSpPr>
        <p:spPr>
          <a:xfrm>
            <a:off x="6384391" y="2173874"/>
            <a:ext cx="1129241" cy="609600"/>
          </a:xfrm>
          <a:prstGeom prst="round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GB" sz="900" dirty="0"/>
              <a:t>Control / Interface PCB</a:t>
            </a:r>
          </a:p>
        </p:txBody>
      </p:sp>
      <p:cxnSp>
        <p:nvCxnSpPr>
          <p:cNvPr id="50" name="Straight Arrow Connector 49">
            <a:extLst>
              <a:ext uri="{FF2B5EF4-FFF2-40B4-BE49-F238E27FC236}">
                <a16:creationId xmlns:a16="http://schemas.microsoft.com/office/drawing/2014/main" id="{3A947D2A-C12E-7C30-17C6-89A6D6317A4A}"/>
              </a:ext>
            </a:extLst>
          </p:cNvPr>
          <p:cNvCxnSpPr>
            <a:cxnSpLocks/>
            <a:stCxn id="32" idx="3"/>
            <a:endCxn id="49" idx="1"/>
          </p:cNvCxnSpPr>
          <p:nvPr/>
        </p:nvCxnSpPr>
        <p:spPr>
          <a:xfrm>
            <a:off x="6082238" y="2478674"/>
            <a:ext cx="302153" cy="0"/>
          </a:xfrm>
          <a:prstGeom prst="straightConnector1">
            <a:avLst/>
          </a:prstGeom>
          <a:ln w="19050" cap="flat" cmpd="sng" algn="ctr">
            <a:solidFill>
              <a:schemeClr val="accent2"/>
            </a:solidFill>
            <a:prstDash val="solid"/>
            <a:round/>
            <a:headEnd type="arrow" w="med" len="med"/>
            <a:tailEnd type="arrow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cxnSp>
        <p:nvCxnSpPr>
          <p:cNvPr id="53" name="Straight Arrow Connector 52">
            <a:extLst>
              <a:ext uri="{FF2B5EF4-FFF2-40B4-BE49-F238E27FC236}">
                <a16:creationId xmlns:a16="http://schemas.microsoft.com/office/drawing/2014/main" id="{20F036A9-FE81-3F91-E2E5-E560D93D13FC}"/>
              </a:ext>
            </a:extLst>
          </p:cNvPr>
          <p:cNvCxnSpPr>
            <a:cxnSpLocks/>
            <a:stCxn id="26" idx="3"/>
            <a:endCxn id="49" idx="2"/>
          </p:cNvCxnSpPr>
          <p:nvPr/>
        </p:nvCxnSpPr>
        <p:spPr>
          <a:xfrm flipV="1">
            <a:off x="6082239" y="2783474"/>
            <a:ext cx="866773" cy="549033"/>
          </a:xfrm>
          <a:prstGeom prst="bentConnector2">
            <a:avLst/>
          </a:prstGeom>
          <a:ln w="19050" cap="flat" cmpd="sng" algn="ctr">
            <a:solidFill>
              <a:schemeClr val="accent5"/>
            </a:solidFill>
            <a:prstDash val="solid"/>
            <a:round/>
            <a:headEnd type="none" w="med" len="med"/>
            <a:tailEnd type="arrow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sp>
        <p:nvSpPr>
          <p:cNvPr id="56" name="Rectangle: Rounded Corners 55">
            <a:extLst>
              <a:ext uri="{FF2B5EF4-FFF2-40B4-BE49-F238E27FC236}">
                <a16:creationId xmlns:a16="http://schemas.microsoft.com/office/drawing/2014/main" id="{C705C358-DAA4-9458-EF88-7EC824641C74}"/>
              </a:ext>
            </a:extLst>
          </p:cNvPr>
          <p:cNvSpPr/>
          <p:nvPr/>
        </p:nvSpPr>
        <p:spPr>
          <a:xfrm>
            <a:off x="6384390" y="3881540"/>
            <a:ext cx="1129241" cy="609600"/>
          </a:xfrm>
          <a:prstGeom prst="round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GB" sz="900" dirty="0"/>
              <a:t>Motor / Lights / Load Control PCB</a:t>
            </a:r>
          </a:p>
        </p:txBody>
      </p:sp>
      <p:cxnSp>
        <p:nvCxnSpPr>
          <p:cNvPr id="57" name="Straight Arrow Connector 52">
            <a:extLst>
              <a:ext uri="{FF2B5EF4-FFF2-40B4-BE49-F238E27FC236}">
                <a16:creationId xmlns:a16="http://schemas.microsoft.com/office/drawing/2014/main" id="{F7CCA782-7BF8-7042-59AE-3117C8B130F4}"/>
              </a:ext>
            </a:extLst>
          </p:cNvPr>
          <p:cNvCxnSpPr>
            <a:cxnSpLocks/>
            <a:stCxn id="26" idx="3"/>
            <a:endCxn id="56" idx="0"/>
          </p:cNvCxnSpPr>
          <p:nvPr/>
        </p:nvCxnSpPr>
        <p:spPr>
          <a:xfrm>
            <a:off x="6082239" y="3332507"/>
            <a:ext cx="866772" cy="549033"/>
          </a:xfrm>
          <a:prstGeom prst="bentConnector2">
            <a:avLst/>
          </a:prstGeom>
          <a:ln w="19050" cap="flat" cmpd="sng" algn="ctr">
            <a:solidFill>
              <a:schemeClr val="accent5"/>
            </a:solidFill>
            <a:prstDash val="solid"/>
            <a:round/>
            <a:headEnd type="none" w="med" len="med"/>
            <a:tailEnd type="arrow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cxnSp>
        <p:nvCxnSpPr>
          <p:cNvPr id="62" name="Straight Arrow Connector 61">
            <a:extLst>
              <a:ext uri="{FF2B5EF4-FFF2-40B4-BE49-F238E27FC236}">
                <a16:creationId xmlns:a16="http://schemas.microsoft.com/office/drawing/2014/main" id="{EBA14AB4-2FD5-10A0-6F81-8EFFCC52AC55}"/>
              </a:ext>
            </a:extLst>
          </p:cNvPr>
          <p:cNvCxnSpPr>
            <a:cxnSpLocks/>
            <a:stCxn id="32" idx="3"/>
            <a:endCxn id="56" idx="1"/>
          </p:cNvCxnSpPr>
          <p:nvPr/>
        </p:nvCxnSpPr>
        <p:spPr>
          <a:xfrm>
            <a:off x="6082238" y="2478674"/>
            <a:ext cx="302152" cy="1707666"/>
          </a:xfrm>
          <a:prstGeom prst="bentConnector3">
            <a:avLst>
              <a:gd name="adj1" fmla="val 50000"/>
            </a:avLst>
          </a:prstGeom>
          <a:ln w="19050" cap="flat" cmpd="sng" algn="ctr">
            <a:solidFill>
              <a:schemeClr val="accent2"/>
            </a:solidFill>
            <a:prstDash val="solid"/>
            <a:round/>
            <a:headEnd type="arrow" w="med" len="med"/>
            <a:tailEnd type="arrow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sp>
        <p:nvSpPr>
          <p:cNvPr id="71" name="Rectangle: Rounded Corners 70">
            <a:extLst>
              <a:ext uri="{FF2B5EF4-FFF2-40B4-BE49-F238E27FC236}">
                <a16:creationId xmlns:a16="http://schemas.microsoft.com/office/drawing/2014/main" id="{D5651154-B595-4D6C-38BE-AE349B0C387A}"/>
              </a:ext>
            </a:extLst>
          </p:cNvPr>
          <p:cNvSpPr/>
          <p:nvPr/>
        </p:nvSpPr>
        <p:spPr>
          <a:xfrm>
            <a:off x="8761939" y="4745494"/>
            <a:ext cx="1129241" cy="614260"/>
          </a:xfrm>
          <a:prstGeom prst="round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GB" sz="900" dirty="0"/>
              <a:t>Thrusters (6 / 8)</a:t>
            </a:r>
          </a:p>
        </p:txBody>
      </p:sp>
      <p:cxnSp>
        <p:nvCxnSpPr>
          <p:cNvPr id="74" name="Straight Arrow Connector 52">
            <a:extLst>
              <a:ext uri="{FF2B5EF4-FFF2-40B4-BE49-F238E27FC236}">
                <a16:creationId xmlns:a16="http://schemas.microsoft.com/office/drawing/2014/main" id="{F85C06EE-E192-D715-0E1E-AE79D1DB888D}"/>
              </a:ext>
            </a:extLst>
          </p:cNvPr>
          <p:cNvCxnSpPr>
            <a:cxnSpLocks/>
            <a:stCxn id="56" idx="3"/>
            <a:endCxn id="71" idx="1"/>
          </p:cNvCxnSpPr>
          <p:nvPr/>
        </p:nvCxnSpPr>
        <p:spPr>
          <a:xfrm>
            <a:off x="7513631" y="4186340"/>
            <a:ext cx="1248308" cy="866284"/>
          </a:xfrm>
          <a:prstGeom prst="bentConnector3">
            <a:avLst>
              <a:gd name="adj1" fmla="val 84336"/>
            </a:avLst>
          </a:prstGeom>
          <a:ln w="19050" cap="flat" cmpd="sng" algn="ctr">
            <a:solidFill>
              <a:schemeClr val="accent5"/>
            </a:solidFill>
            <a:prstDash val="solid"/>
            <a:round/>
            <a:headEnd type="none" w="med" len="med"/>
            <a:tailEnd type="arrow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sp>
        <p:nvSpPr>
          <p:cNvPr id="16" name="Rectangle: Rounded Corners 15">
            <a:extLst>
              <a:ext uri="{FF2B5EF4-FFF2-40B4-BE49-F238E27FC236}">
                <a16:creationId xmlns:a16="http://schemas.microsoft.com/office/drawing/2014/main" id="{D79C964D-D182-15A3-83D9-75E85C8E7066}"/>
              </a:ext>
            </a:extLst>
          </p:cNvPr>
          <p:cNvSpPr/>
          <p:nvPr/>
        </p:nvSpPr>
        <p:spPr>
          <a:xfrm>
            <a:off x="8761941" y="1309920"/>
            <a:ext cx="1129241" cy="609600"/>
          </a:xfrm>
          <a:prstGeom prst="round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GB" sz="900" dirty="0"/>
              <a:t>Thermometer</a:t>
            </a:r>
          </a:p>
        </p:txBody>
      </p:sp>
      <p:sp>
        <p:nvSpPr>
          <p:cNvPr id="17" name="Rectangle: Rounded Corners 16">
            <a:extLst>
              <a:ext uri="{FF2B5EF4-FFF2-40B4-BE49-F238E27FC236}">
                <a16:creationId xmlns:a16="http://schemas.microsoft.com/office/drawing/2014/main" id="{AFEA78E9-DD1C-E758-BC6E-7419DC0BD4D3}"/>
              </a:ext>
            </a:extLst>
          </p:cNvPr>
          <p:cNvSpPr/>
          <p:nvPr/>
        </p:nvSpPr>
        <p:spPr>
          <a:xfrm>
            <a:off x="8761938" y="2992363"/>
            <a:ext cx="1129241" cy="609600"/>
          </a:xfrm>
          <a:prstGeom prst="round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GB" sz="900" dirty="0"/>
              <a:t>Depth Guage </a:t>
            </a:r>
          </a:p>
          <a:p>
            <a:pPr algn="ctr"/>
            <a:r>
              <a:rPr lang="en-GB" sz="900" dirty="0"/>
              <a:t>(Pressure Transducer)</a:t>
            </a:r>
          </a:p>
        </p:txBody>
      </p:sp>
      <p:sp>
        <p:nvSpPr>
          <p:cNvPr id="20" name="Rectangle: Rounded Corners 19">
            <a:extLst>
              <a:ext uri="{FF2B5EF4-FFF2-40B4-BE49-F238E27FC236}">
                <a16:creationId xmlns:a16="http://schemas.microsoft.com/office/drawing/2014/main" id="{65166861-43E1-0107-70F4-BFC8D5493DA9}"/>
              </a:ext>
            </a:extLst>
          </p:cNvPr>
          <p:cNvSpPr/>
          <p:nvPr/>
        </p:nvSpPr>
        <p:spPr>
          <a:xfrm>
            <a:off x="10284876" y="2978178"/>
            <a:ext cx="1129241" cy="609600"/>
          </a:xfrm>
          <a:prstGeom prst="round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GB" sz="900" dirty="0"/>
              <a:t>Salinometer (Salinity Sensor)</a:t>
            </a:r>
          </a:p>
        </p:txBody>
      </p:sp>
      <p:sp>
        <p:nvSpPr>
          <p:cNvPr id="22" name="Rectangle: Rounded Corners 21">
            <a:extLst>
              <a:ext uri="{FF2B5EF4-FFF2-40B4-BE49-F238E27FC236}">
                <a16:creationId xmlns:a16="http://schemas.microsoft.com/office/drawing/2014/main" id="{A984EE1D-7835-C4B8-9C6B-A8654B339B79}"/>
              </a:ext>
            </a:extLst>
          </p:cNvPr>
          <p:cNvSpPr/>
          <p:nvPr/>
        </p:nvSpPr>
        <p:spPr>
          <a:xfrm>
            <a:off x="10284879" y="1328736"/>
            <a:ext cx="1129241" cy="609600"/>
          </a:xfrm>
          <a:prstGeom prst="round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GB" sz="900" dirty="0"/>
              <a:t>Absorbance Spectrometer</a:t>
            </a:r>
          </a:p>
        </p:txBody>
      </p:sp>
      <p:sp>
        <p:nvSpPr>
          <p:cNvPr id="27" name="Rectangle: Rounded Corners 26">
            <a:extLst>
              <a:ext uri="{FF2B5EF4-FFF2-40B4-BE49-F238E27FC236}">
                <a16:creationId xmlns:a16="http://schemas.microsoft.com/office/drawing/2014/main" id="{FEA2AB46-0BF7-671B-28EE-4C322C02CD8A}"/>
              </a:ext>
            </a:extLst>
          </p:cNvPr>
          <p:cNvSpPr/>
          <p:nvPr/>
        </p:nvSpPr>
        <p:spPr>
          <a:xfrm>
            <a:off x="10298640" y="4739156"/>
            <a:ext cx="1129241" cy="609600"/>
          </a:xfrm>
          <a:prstGeom prst="round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GB" sz="900" dirty="0"/>
              <a:t>Lights</a:t>
            </a:r>
          </a:p>
        </p:txBody>
      </p:sp>
      <p:cxnSp>
        <p:nvCxnSpPr>
          <p:cNvPr id="31" name="Straight Arrow Connector 52">
            <a:extLst>
              <a:ext uri="{FF2B5EF4-FFF2-40B4-BE49-F238E27FC236}">
                <a16:creationId xmlns:a16="http://schemas.microsoft.com/office/drawing/2014/main" id="{ED5EAC57-B428-0BBC-B9E4-84EABC7ADE2A}"/>
              </a:ext>
            </a:extLst>
          </p:cNvPr>
          <p:cNvCxnSpPr>
            <a:cxnSpLocks/>
            <a:stCxn id="56" idx="3"/>
            <a:endCxn id="27" idx="1"/>
          </p:cNvCxnSpPr>
          <p:nvPr/>
        </p:nvCxnSpPr>
        <p:spPr>
          <a:xfrm>
            <a:off x="7513631" y="4186340"/>
            <a:ext cx="2785009" cy="857616"/>
          </a:xfrm>
          <a:prstGeom prst="bentConnector3">
            <a:avLst>
              <a:gd name="adj1" fmla="val 91041"/>
            </a:avLst>
          </a:prstGeom>
          <a:ln w="19050" cap="flat" cmpd="sng" algn="ctr">
            <a:solidFill>
              <a:schemeClr val="accent5"/>
            </a:solidFill>
            <a:prstDash val="solid"/>
            <a:round/>
            <a:headEnd type="none" w="med" len="med"/>
            <a:tailEnd type="arrow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cxnSp>
        <p:nvCxnSpPr>
          <p:cNvPr id="60" name="Straight Arrow Connector 61">
            <a:extLst>
              <a:ext uri="{FF2B5EF4-FFF2-40B4-BE49-F238E27FC236}">
                <a16:creationId xmlns:a16="http://schemas.microsoft.com/office/drawing/2014/main" id="{38CF3151-14D1-702C-2CE4-864D2BB3C31D}"/>
              </a:ext>
            </a:extLst>
          </p:cNvPr>
          <p:cNvCxnSpPr>
            <a:cxnSpLocks/>
            <a:stCxn id="49" idx="3"/>
            <a:endCxn id="20" idx="0"/>
          </p:cNvCxnSpPr>
          <p:nvPr/>
        </p:nvCxnSpPr>
        <p:spPr>
          <a:xfrm>
            <a:off x="7513632" y="2478674"/>
            <a:ext cx="3335865" cy="499504"/>
          </a:xfrm>
          <a:prstGeom prst="bentConnector2">
            <a:avLst/>
          </a:prstGeom>
          <a:ln w="19050" cap="flat" cmpd="sng" algn="ctr">
            <a:solidFill>
              <a:schemeClr val="accent2"/>
            </a:solidFill>
            <a:prstDash val="solid"/>
            <a:round/>
            <a:headEnd type="arrow" w="med" len="med"/>
            <a:tailEnd type="arrow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cxnSp>
        <p:nvCxnSpPr>
          <p:cNvPr id="64" name="Straight Arrow Connector 61">
            <a:extLst>
              <a:ext uri="{FF2B5EF4-FFF2-40B4-BE49-F238E27FC236}">
                <a16:creationId xmlns:a16="http://schemas.microsoft.com/office/drawing/2014/main" id="{D00F0F30-ECF5-564F-A111-C19A72A223D3}"/>
              </a:ext>
            </a:extLst>
          </p:cNvPr>
          <p:cNvCxnSpPr>
            <a:cxnSpLocks/>
            <a:stCxn id="49" idx="3"/>
            <a:endCxn id="22" idx="2"/>
          </p:cNvCxnSpPr>
          <p:nvPr/>
        </p:nvCxnSpPr>
        <p:spPr>
          <a:xfrm flipV="1">
            <a:off x="7513632" y="1938336"/>
            <a:ext cx="3335868" cy="540338"/>
          </a:xfrm>
          <a:prstGeom prst="bentConnector2">
            <a:avLst/>
          </a:prstGeom>
          <a:ln w="19050" cap="flat" cmpd="sng" algn="ctr">
            <a:solidFill>
              <a:schemeClr val="accent2"/>
            </a:solidFill>
            <a:prstDash val="solid"/>
            <a:round/>
            <a:headEnd type="arrow" w="med" len="med"/>
            <a:tailEnd type="arrow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cxnSp>
        <p:nvCxnSpPr>
          <p:cNvPr id="67" name="Straight Arrow Connector 61">
            <a:extLst>
              <a:ext uri="{FF2B5EF4-FFF2-40B4-BE49-F238E27FC236}">
                <a16:creationId xmlns:a16="http://schemas.microsoft.com/office/drawing/2014/main" id="{C8554912-3DF5-12F2-783D-23099C34A17A}"/>
              </a:ext>
            </a:extLst>
          </p:cNvPr>
          <p:cNvCxnSpPr>
            <a:cxnSpLocks/>
            <a:stCxn id="49" idx="3"/>
            <a:endCxn id="16" idx="2"/>
          </p:cNvCxnSpPr>
          <p:nvPr/>
        </p:nvCxnSpPr>
        <p:spPr>
          <a:xfrm flipV="1">
            <a:off x="7513632" y="1919520"/>
            <a:ext cx="1812930" cy="559154"/>
          </a:xfrm>
          <a:prstGeom prst="bentConnector2">
            <a:avLst/>
          </a:prstGeom>
          <a:ln w="19050" cap="flat" cmpd="sng" algn="ctr">
            <a:solidFill>
              <a:schemeClr val="accent2"/>
            </a:solidFill>
            <a:prstDash val="solid"/>
            <a:round/>
            <a:headEnd type="arrow" w="med" len="med"/>
            <a:tailEnd type="arrow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cxnSp>
        <p:nvCxnSpPr>
          <p:cNvPr id="89" name="Straight Arrow Connector 61">
            <a:extLst>
              <a:ext uri="{FF2B5EF4-FFF2-40B4-BE49-F238E27FC236}">
                <a16:creationId xmlns:a16="http://schemas.microsoft.com/office/drawing/2014/main" id="{551363F1-777C-F3A8-6E0D-AC25F839D798}"/>
              </a:ext>
            </a:extLst>
          </p:cNvPr>
          <p:cNvCxnSpPr>
            <a:cxnSpLocks/>
            <a:stCxn id="49" idx="3"/>
            <a:endCxn id="17" idx="0"/>
          </p:cNvCxnSpPr>
          <p:nvPr/>
        </p:nvCxnSpPr>
        <p:spPr>
          <a:xfrm>
            <a:off x="7513632" y="2478674"/>
            <a:ext cx="1812927" cy="513689"/>
          </a:xfrm>
          <a:prstGeom prst="bentConnector2">
            <a:avLst/>
          </a:prstGeom>
          <a:ln w="19050" cap="flat" cmpd="sng" algn="ctr">
            <a:solidFill>
              <a:schemeClr val="accent2"/>
            </a:solidFill>
            <a:prstDash val="solid"/>
            <a:round/>
            <a:headEnd type="arrow" w="med" len="med"/>
            <a:tailEnd type="arrow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sp>
        <p:nvSpPr>
          <p:cNvPr id="92" name="Rectangle: Rounded Corners 91">
            <a:extLst>
              <a:ext uri="{FF2B5EF4-FFF2-40B4-BE49-F238E27FC236}">
                <a16:creationId xmlns:a16="http://schemas.microsoft.com/office/drawing/2014/main" id="{713D866C-9831-A25C-6702-C90538C2EF25}"/>
              </a:ext>
            </a:extLst>
          </p:cNvPr>
          <p:cNvSpPr/>
          <p:nvPr/>
        </p:nvSpPr>
        <p:spPr>
          <a:xfrm>
            <a:off x="10284876" y="3887242"/>
            <a:ext cx="1129241" cy="609600"/>
          </a:xfrm>
          <a:prstGeom prst="round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GB" sz="900" dirty="0"/>
              <a:t>Manipulator Arm</a:t>
            </a:r>
          </a:p>
        </p:txBody>
      </p:sp>
      <p:cxnSp>
        <p:nvCxnSpPr>
          <p:cNvPr id="93" name="Straight Arrow Connector 52">
            <a:extLst>
              <a:ext uri="{FF2B5EF4-FFF2-40B4-BE49-F238E27FC236}">
                <a16:creationId xmlns:a16="http://schemas.microsoft.com/office/drawing/2014/main" id="{A718DE82-331A-F44E-2FA8-2942A8CAE86B}"/>
              </a:ext>
            </a:extLst>
          </p:cNvPr>
          <p:cNvCxnSpPr>
            <a:cxnSpLocks/>
            <a:stCxn id="56" idx="3"/>
            <a:endCxn id="92" idx="1"/>
          </p:cNvCxnSpPr>
          <p:nvPr/>
        </p:nvCxnSpPr>
        <p:spPr>
          <a:xfrm>
            <a:off x="7513631" y="4186340"/>
            <a:ext cx="2771245" cy="5702"/>
          </a:xfrm>
          <a:prstGeom prst="straightConnector1">
            <a:avLst/>
          </a:prstGeom>
          <a:ln w="19050" cap="flat" cmpd="sng" algn="ctr">
            <a:solidFill>
              <a:schemeClr val="accent5"/>
            </a:solidFill>
            <a:prstDash val="solid"/>
            <a:round/>
            <a:headEnd type="none" w="med" len="med"/>
            <a:tailEnd type="arrow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sp>
        <p:nvSpPr>
          <p:cNvPr id="14" name="Rectangle: Rounded Corners 13">
            <a:extLst>
              <a:ext uri="{FF2B5EF4-FFF2-40B4-BE49-F238E27FC236}">
                <a16:creationId xmlns:a16="http://schemas.microsoft.com/office/drawing/2014/main" id="{FC4956DA-4F5F-8CDC-45DA-28B4B6A2981A}"/>
              </a:ext>
            </a:extLst>
          </p:cNvPr>
          <p:cNvSpPr/>
          <p:nvPr/>
        </p:nvSpPr>
        <p:spPr>
          <a:xfrm>
            <a:off x="9537170" y="607219"/>
            <a:ext cx="1129241" cy="609600"/>
          </a:xfrm>
          <a:prstGeom prst="round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GB" sz="900" dirty="0"/>
              <a:t>Absorbance Spectrometer</a:t>
            </a:r>
          </a:p>
        </p:txBody>
      </p:sp>
      <p:cxnSp>
        <p:nvCxnSpPr>
          <p:cNvPr id="28" name="Straight Arrow Connector 61">
            <a:extLst>
              <a:ext uri="{FF2B5EF4-FFF2-40B4-BE49-F238E27FC236}">
                <a16:creationId xmlns:a16="http://schemas.microsoft.com/office/drawing/2014/main" id="{19C6534F-A153-2484-5462-31034FCE16C0}"/>
              </a:ext>
            </a:extLst>
          </p:cNvPr>
          <p:cNvCxnSpPr>
            <a:cxnSpLocks/>
            <a:stCxn id="49" idx="3"/>
            <a:endCxn id="14" idx="2"/>
          </p:cNvCxnSpPr>
          <p:nvPr/>
        </p:nvCxnSpPr>
        <p:spPr>
          <a:xfrm flipV="1">
            <a:off x="7513632" y="1216819"/>
            <a:ext cx="2588159" cy="1261855"/>
          </a:xfrm>
          <a:prstGeom prst="bentConnector2">
            <a:avLst/>
          </a:prstGeom>
          <a:ln w="19050" cap="flat" cmpd="sng" algn="ctr">
            <a:solidFill>
              <a:schemeClr val="accent2"/>
            </a:solidFill>
            <a:prstDash val="solid"/>
            <a:round/>
            <a:headEnd type="arrow" w="med" len="med"/>
            <a:tailEnd type="arrow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019491298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35</TotalTime>
  <Words>76</Words>
  <Application>Microsoft Office PowerPoint</Application>
  <PresentationFormat>Widescreen</PresentationFormat>
  <Paragraphs>25</Paragraphs>
  <Slides>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5" baseType="lpstr">
      <vt:lpstr>Aptos</vt:lpstr>
      <vt:lpstr>Aptos Display</vt:lpstr>
      <vt:lpstr>Arial</vt:lpstr>
      <vt:lpstr>Office Theme</vt:lpstr>
      <vt:lpstr>PowerPoint Presentation</vt:lpstr>
    </vt:vector>
  </TitlesOfParts>
  <Company>Fortescue Zero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Philip McGaw</dc:creator>
  <cp:lastModifiedBy>Philip McGaw</cp:lastModifiedBy>
  <cp:revision>10</cp:revision>
  <dcterms:created xsi:type="dcterms:W3CDTF">2025-09-17T14:01:09Z</dcterms:created>
  <dcterms:modified xsi:type="dcterms:W3CDTF">2025-10-08T15:58:25Z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MSIP_Label_3af4db51-09b5-4f85-9c91-963fdbc8e73f_Enabled">
    <vt:lpwstr>true</vt:lpwstr>
  </property>
  <property fmtid="{D5CDD505-2E9C-101B-9397-08002B2CF9AE}" pid="3" name="MSIP_Label_3af4db51-09b5-4f85-9c91-963fdbc8e73f_SetDate">
    <vt:lpwstr>2025-10-07T13:55:38Z</vt:lpwstr>
  </property>
  <property fmtid="{D5CDD505-2E9C-101B-9397-08002B2CF9AE}" pid="4" name="MSIP_Label_3af4db51-09b5-4f85-9c91-963fdbc8e73f_Method">
    <vt:lpwstr>Privileged</vt:lpwstr>
  </property>
  <property fmtid="{D5CDD505-2E9C-101B-9397-08002B2CF9AE}" pid="5" name="MSIP_Label_3af4db51-09b5-4f85-9c91-963fdbc8e73f_Name">
    <vt:lpwstr>Non-Business</vt:lpwstr>
  </property>
  <property fmtid="{D5CDD505-2E9C-101B-9397-08002B2CF9AE}" pid="6" name="MSIP_Label_3af4db51-09b5-4f85-9c91-963fdbc8e73f_SiteId">
    <vt:lpwstr>143a7396-a856-47d7-8e31-62990b5bacd0</vt:lpwstr>
  </property>
  <property fmtid="{D5CDD505-2E9C-101B-9397-08002B2CF9AE}" pid="7" name="MSIP_Label_3af4db51-09b5-4f85-9c91-963fdbc8e73f_ActionId">
    <vt:lpwstr>d2f8d6f5-33fa-4a1b-a9e3-96b2bc00fa02</vt:lpwstr>
  </property>
  <property fmtid="{D5CDD505-2E9C-101B-9397-08002B2CF9AE}" pid="8" name="MSIP_Label_3af4db51-09b5-4f85-9c91-963fdbc8e73f_ContentBits">
    <vt:lpwstr>0</vt:lpwstr>
  </property>
  <property fmtid="{D5CDD505-2E9C-101B-9397-08002B2CF9AE}" pid="9" name="MSIP_Label_3af4db51-09b5-4f85-9c91-963fdbc8e73f_Tag">
    <vt:lpwstr>10, 0, 1, 1</vt:lpwstr>
  </property>
</Properties>
</file>